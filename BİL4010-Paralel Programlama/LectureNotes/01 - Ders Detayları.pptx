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3" r:id="rId2"/>
    <p:sldId id="257" r:id="rId3"/>
    <p:sldId id="266" r:id="rId4"/>
    <p:sldId id="265" r:id="rId5"/>
    <p:sldId id="267" r:id="rId6"/>
    <p:sldId id="264" r:id="rId7"/>
    <p:sldId id="268" r:id="rId8"/>
  </p:sldIdLst>
  <p:sldSz cx="12192000" cy="6858000"/>
  <p:notesSz cx="6858000" cy="9144000"/>
  <p:embeddedFontLst>
    <p:embeddedFont>
      <p:font typeface="Buxton Sketch" panose="03080500000500000004" pitchFamily="66" charset="0"/>
      <p:regular r:id="rId11"/>
    </p:embeddedFont>
    <p:embeddedFont>
      <p:font typeface="ISOCPEUR" panose="020B0604020202020204" charset="0"/>
      <p:regular r:id="rId12"/>
      <p: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  <a:srgbClr val="99003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97488" autoAdjust="0"/>
  </p:normalViewPr>
  <p:slideViewPr>
    <p:cSldViewPr snapToGrid="0">
      <p:cViewPr varScale="1">
        <p:scale>
          <a:sx n="110" d="100"/>
          <a:sy n="110" d="100"/>
        </p:scale>
        <p:origin x="35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A768D-EC05-4035-96C3-F7F3636CAC65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CBD32-E2EB-40FD-88FD-035871604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63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A8EB3-D97F-4F36-AAC3-63310151DD8A}" type="datetimeFigureOut">
              <a:rPr lang="tr-TR" smtClean="0"/>
              <a:t>8.02.2024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C0E23-B5FE-4944-865A-3CD6F02E06F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297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C0E23-B5FE-4944-865A-3CD6F02E06FF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900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0E23-B5FE-4944-865A-3CD6F02E06FF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3196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542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3437" y="156086"/>
            <a:ext cx="11433679" cy="850933"/>
          </a:xfrm>
        </p:spPr>
        <p:txBody>
          <a:bodyPr>
            <a:normAutofit/>
          </a:bodyPr>
          <a:lstStyle>
            <a:lvl1pPr>
              <a:defRPr sz="3600">
                <a:latin typeface="Buxton Sketch" panose="03080500000500000004" pitchFamily="66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63437" y="1173455"/>
            <a:ext cx="11977495" cy="5227347"/>
          </a:xfrm>
        </p:spPr>
        <p:txBody>
          <a:bodyPr>
            <a:normAutofit/>
          </a:bodyPr>
          <a:lstStyle>
            <a:lvl1pPr marL="228594" indent="-228594">
              <a:buFont typeface="Wingdings" panose="05000000000000000000" pitchFamily="2" charset="2"/>
              <a:buChar char="§"/>
              <a:defRPr sz="2400">
                <a:latin typeface="Buxton Sketch" panose="03080500000500000004" pitchFamily="66" charset="0"/>
                <a:cs typeface="Segoe UI" panose="020B0502040204020203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 sz="2000">
                <a:latin typeface="Buxton Sketch" panose="03080500000500000004" pitchFamily="66" charset="0"/>
                <a:cs typeface="Segoe UI" panose="020B0502040204020203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 sz="1800">
                <a:latin typeface="Buxton Sketch" panose="03080500000500000004" pitchFamily="66" charset="0"/>
                <a:cs typeface="Segoe UI" panose="020B0502040204020203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114498" indent="-285744">
              <a:buFont typeface="Wingdings" panose="05000000000000000000" pitchFamily="2" charset="2"/>
              <a:buChar char="§"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Rectangle 8"/>
          <p:cNvSpPr/>
          <p:nvPr userDrawn="1"/>
        </p:nvSpPr>
        <p:spPr>
          <a:xfrm>
            <a:off x="3188598" y="6560738"/>
            <a:ext cx="45293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1400" noProof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1-Ders Detayları</a:t>
            </a:r>
            <a:endParaRPr lang="en-US" sz="14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9"/>
          <p:cNvSpPr txBox="1"/>
          <p:nvPr userDrawn="1"/>
        </p:nvSpPr>
        <p:spPr>
          <a:xfrm>
            <a:off x="9863398" y="6552237"/>
            <a:ext cx="2277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03413A1-5E13-47B4-A296-66EE5D353E22}" type="slidenum">
              <a:rPr lang="tr-TR" sz="14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tr-TR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7" name="Straight Connector 11"/>
          <p:cNvCxnSpPr/>
          <p:nvPr userDrawn="1"/>
        </p:nvCxnSpPr>
        <p:spPr>
          <a:xfrm>
            <a:off x="163437" y="6524631"/>
            <a:ext cx="11977495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0"/>
          <p:cNvSpPr/>
          <p:nvPr userDrawn="1"/>
        </p:nvSpPr>
        <p:spPr>
          <a:xfrm>
            <a:off x="163434" y="6545222"/>
            <a:ext cx="43037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14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BİL4010 –</a:t>
            </a:r>
            <a:r>
              <a:rPr lang="tr-TR" sz="1400" baseline="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Paralel Programlama</a:t>
            </a:r>
            <a:endParaRPr lang="en-US" sz="14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8" descr="Sivas Cumhuriyet Üniversitesi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1519" y="200880"/>
            <a:ext cx="775597" cy="76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7067775" y="6553025"/>
            <a:ext cx="45293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14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Doç. Dr. </a:t>
            </a:r>
            <a:r>
              <a:rPr lang="tr-TR" sz="1400" baseline="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Emre YALÇIN</a:t>
            </a:r>
            <a:endParaRPr lang="en-US" sz="14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9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643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303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075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635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0833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507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679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9233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306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437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/>
        </p:nvSpPr>
        <p:spPr>
          <a:xfrm>
            <a:off x="238278" y="1693586"/>
            <a:ext cx="880704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6000" b="1" cap="small" dirty="0">
              <a:solidFill>
                <a:srgbClr val="800000"/>
              </a:solidFill>
              <a:latin typeface="ISOCPEUR" panose="020B0604020202020204" pitchFamily="34" charset="0"/>
              <a:cs typeface="Segoe UI" panose="020B0502040204020203" pitchFamily="34" charset="0"/>
            </a:endParaRPr>
          </a:p>
          <a:p>
            <a:r>
              <a:rPr lang="tr-TR" sz="6000" b="1" cap="small" dirty="0">
                <a:solidFill>
                  <a:srgbClr val="800000"/>
                </a:solidFill>
                <a:latin typeface="ISOCPEUR" panose="020B0604020202020204" pitchFamily="34" charset="0"/>
                <a:cs typeface="Segoe UI" panose="020B0502040204020203" pitchFamily="34" charset="0"/>
              </a:rPr>
              <a:t>Paralel programlama</a:t>
            </a:r>
          </a:p>
          <a:p>
            <a:r>
              <a:rPr lang="tr-TR" sz="4000" b="1" cap="small" dirty="0">
                <a:solidFill>
                  <a:srgbClr val="800000"/>
                </a:solidFill>
                <a:latin typeface="ISOCPEUR" panose="020B0604020202020204" pitchFamily="34" charset="0"/>
                <a:cs typeface="Segoe UI" panose="020B0502040204020203" pitchFamily="34" charset="0"/>
              </a:rPr>
              <a:t>1.Hafta</a:t>
            </a:r>
          </a:p>
          <a:p>
            <a:r>
              <a:rPr lang="tr-TR" sz="4000" b="1" cap="small" dirty="0">
                <a:solidFill>
                  <a:srgbClr val="800000"/>
                </a:solidFill>
                <a:latin typeface="ISOCPEUR" panose="020B0604020202020204" pitchFamily="34" charset="0"/>
                <a:cs typeface="Segoe UI" panose="020B0502040204020203" pitchFamily="34" charset="0"/>
              </a:rPr>
              <a:t>Ders detayları</a:t>
            </a:r>
            <a:endParaRPr lang="en-US" sz="4000" b="1" cap="small" dirty="0">
              <a:solidFill>
                <a:srgbClr val="800000"/>
              </a:solidFill>
              <a:latin typeface="ISOCPEUR" panose="020B06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84196" y="490008"/>
            <a:ext cx="375936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9600" b="1" dirty="0">
                <a:solidFill>
                  <a:srgbClr val="800000"/>
                </a:solidFill>
                <a:latin typeface="ISOCPEUR" panose="020B0604020202020204" pitchFamily="34" charset="0"/>
                <a:cs typeface="Segoe UI" panose="020B0502040204020203" pitchFamily="34" charset="0"/>
              </a:rPr>
              <a:t>BİL4010</a:t>
            </a:r>
            <a:endParaRPr lang="tr-TR" sz="9600" dirty="0">
              <a:latin typeface="ISOCPEUR" panose="020B0604020202020204" pitchFamily="34" charset="0"/>
            </a:endParaRPr>
          </a:p>
        </p:txBody>
      </p:sp>
      <p:sp>
        <p:nvSpPr>
          <p:cNvPr id="2" name="AutoShape 2" descr="Sivas Cumhuriyet Üniversites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Sivas Cumhuriyet Üniversites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7774" y="338394"/>
            <a:ext cx="1306732" cy="128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aralel Programlama | Mavis Kameralı Kontrol Projeleri">
            <a:extLst>
              <a:ext uri="{FF2B5EF4-FFF2-40B4-BE49-F238E27FC236}">
                <a16:creationId xmlns:a16="http://schemas.microsoft.com/office/drawing/2014/main" id="{9E0383ED-DB1D-D7C3-96D7-F3ADE6032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251" y="3429000"/>
            <a:ext cx="4920471" cy="308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27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63435" y="156084"/>
            <a:ext cx="11433679" cy="850933"/>
          </a:xfrm>
        </p:spPr>
        <p:txBody>
          <a:bodyPr/>
          <a:lstStyle/>
          <a:p>
            <a:r>
              <a:rPr lang="tr-TR"/>
              <a:t>Ders Detayları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4294967295"/>
          </p:nvPr>
        </p:nvSpPr>
        <p:spPr>
          <a:xfrm>
            <a:off x="163435" y="1007017"/>
            <a:ext cx="10466996" cy="52273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3200" dirty="0">
                <a:solidFill>
                  <a:srgbClr val="800000"/>
                </a:solidFill>
                <a:latin typeface="Buxton Sketch" panose="03080500000500000004" pitchFamily="66" charset="0"/>
              </a:rPr>
              <a:t>Öğretim Üyesi	</a:t>
            </a:r>
            <a:r>
              <a:rPr lang="en-US" sz="3200" dirty="0">
                <a:latin typeface="Buxton Sketch" panose="03080500000500000004" pitchFamily="66" charset="0"/>
              </a:rPr>
              <a:t>: </a:t>
            </a:r>
            <a:r>
              <a:rPr lang="tr-TR" sz="3200" dirty="0">
                <a:latin typeface="Buxton Sketch" panose="03080500000500000004" pitchFamily="66" charset="0"/>
              </a:rPr>
              <a:t>Doç. Dr. Emre Yalçın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800000"/>
                </a:solidFill>
                <a:latin typeface="Buxton Sketch" panose="03080500000500000004" pitchFamily="66" charset="0"/>
              </a:rPr>
              <a:t>E-mail	</a:t>
            </a:r>
            <a:r>
              <a:rPr lang="en-US" sz="3200" dirty="0">
                <a:latin typeface="Buxton Sketch" panose="03080500000500000004" pitchFamily="66" charset="0"/>
              </a:rPr>
              <a:t>	</a:t>
            </a:r>
            <a:r>
              <a:rPr lang="tr-TR" sz="3200" dirty="0">
                <a:latin typeface="Buxton Sketch" panose="03080500000500000004" pitchFamily="66" charset="0"/>
              </a:rPr>
              <a:t>   	</a:t>
            </a:r>
            <a:r>
              <a:rPr lang="en-US" sz="3200" dirty="0">
                <a:latin typeface="Buxton Sketch" panose="03080500000500000004" pitchFamily="66" charset="0"/>
              </a:rPr>
              <a:t>: </a:t>
            </a:r>
            <a:r>
              <a:rPr lang="tr-TR" sz="3200" dirty="0">
                <a:latin typeface="Buxton Sketch" panose="03080500000500000004" pitchFamily="66" charset="0"/>
              </a:rPr>
              <a:t>eyalcin</a:t>
            </a:r>
            <a:r>
              <a:rPr lang="en-US" sz="3200" dirty="0">
                <a:latin typeface="Buxton Sketch" panose="03080500000500000004" pitchFamily="66" charset="0"/>
              </a:rPr>
              <a:t>@</a:t>
            </a:r>
            <a:r>
              <a:rPr lang="tr-TR" sz="3200" dirty="0">
                <a:latin typeface="Buxton Sketch" panose="03080500000500000004" pitchFamily="66" charset="0"/>
              </a:rPr>
              <a:t>cumhuriyet</a:t>
            </a:r>
            <a:r>
              <a:rPr lang="en-US" sz="3200" dirty="0">
                <a:latin typeface="Buxton Sketch" panose="03080500000500000004" pitchFamily="66" charset="0"/>
              </a:rPr>
              <a:t>.edu.tr</a:t>
            </a:r>
            <a:endParaRPr lang="tr-TR" sz="3200" dirty="0">
              <a:latin typeface="Buxton Sketch" panose="03080500000500000004" pitchFamily="66" charset="0"/>
            </a:endParaRPr>
          </a:p>
          <a:p>
            <a:pPr marL="0" indent="0">
              <a:buNone/>
            </a:pPr>
            <a:endParaRPr lang="en-US" sz="3200" dirty="0">
              <a:latin typeface="Buxton Sketch" panose="03080500000500000004" pitchFamily="66" charset="0"/>
            </a:endParaRPr>
          </a:p>
          <a:p>
            <a:pPr marL="0" indent="0">
              <a:buNone/>
            </a:pPr>
            <a:r>
              <a:rPr lang="tr-TR" sz="3200" dirty="0">
                <a:solidFill>
                  <a:srgbClr val="800000"/>
                </a:solidFill>
                <a:latin typeface="Buxton Sketch" panose="03080500000500000004" pitchFamily="66" charset="0"/>
                <a:cs typeface="Segoe UI" panose="020B0502040204020203" pitchFamily="34" charset="0"/>
              </a:rPr>
              <a:t>Ders Saatleri  </a:t>
            </a:r>
            <a:r>
              <a:rPr lang="tr-TR" sz="3200" dirty="0">
                <a:latin typeface="Buxton Sketch" panose="03080500000500000004" pitchFamily="66" charset="0"/>
              </a:rPr>
              <a:t>: </a:t>
            </a:r>
          </a:p>
          <a:p>
            <a:pPr marL="0" indent="0">
              <a:buNone/>
            </a:pPr>
            <a:r>
              <a:rPr lang="tr-TR" sz="3200" dirty="0">
                <a:latin typeface="Buxton Sketch" panose="03080500000500000004" pitchFamily="66" charset="0"/>
              </a:rPr>
              <a:t>I. Öğretim --&gt; Pazartesi, 09.10-12.00</a:t>
            </a:r>
          </a:p>
          <a:p>
            <a:pPr marL="0" indent="0">
              <a:buNone/>
            </a:pPr>
            <a:r>
              <a:rPr lang="tr-TR" sz="3200" dirty="0">
                <a:latin typeface="Buxton Sketch" panose="03080500000500000004" pitchFamily="66" charset="0"/>
              </a:rPr>
              <a:t>II. Öğretim </a:t>
            </a:r>
            <a:r>
              <a:rPr lang="tr-TR" sz="3200" dirty="0">
                <a:latin typeface="Buxton Sketch" panose="03080500000500000004" pitchFamily="66" charset="0"/>
                <a:sym typeface="Wingdings" panose="05000000000000000000" pitchFamily="2" charset="2"/>
              </a:rPr>
              <a:t>--&gt; Pazartesi, 15.00-18.00</a:t>
            </a:r>
          </a:p>
          <a:p>
            <a:pPr marL="0" indent="0">
              <a:buNone/>
            </a:pPr>
            <a:endParaRPr lang="tr-TR" sz="3200" dirty="0">
              <a:latin typeface="Buxton Sketch" panose="03080500000500000004" pitchFamily="66" charset="0"/>
            </a:endParaRPr>
          </a:p>
          <a:p>
            <a:pPr marL="0" indent="0">
              <a:buNone/>
            </a:pPr>
            <a:r>
              <a:rPr lang="tr-TR" sz="3200" dirty="0" err="1">
                <a:solidFill>
                  <a:srgbClr val="800000"/>
                </a:solidFill>
                <a:latin typeface="Buxton Sketch" panose="03080500000500000004" pitchFamily="66" charset="0"/>
                <a:cs typeface="Segoe UI" panose="020B0502040204020203" pitchFamily="34" charset="0"/>
              </a:rPr>
              <a:t>Teams</a:t>
            </a:r>
            <a:r>
              <a:rPr lang="tr-TR" sz="3200" dirty="0">
                <a:solidFill>
                  <a:srgbClr val="800000"/>
                </a:solidFill>
                <a:latin typeface="Buxton Sketch" panose="03080500000500000004" pitchFamily="66" charset="0"/>
                <a:cs typeface="Segoe UI" panose="020B0502040204020203" pitchFamily="34" charset="0"/>
              </a:rPr>
              <a:t> Kodu</a:t>
            </a:r>
            <a:r>
              <a:rPr lang="tr-TR" sz="3200" dirty="0">
                <a:latin typeface="Buxton Sketch" panose="03080500000500000004" pitchFamily="66" charset="0"/>
              </a:rPr>
              <a:t>	  : </a:t>
            </a:r>
          </a:p>
          <a:p>
            <a:pPr marL="0" indent="0">
              <a:buNone/>
            </a:pPr>
            <a:r>
              <a:rPr lang="tr-TR" sz="3200" dirty="0">
                <a:latin typeface="Buxton Sketch" panose="03080500000500000004" pitchFamily="66" charset="0"/>
              </a:rPr>
              <a:t>I. Öğretim --&gt; </a:t>
            </a:r>
            <a:r>
              <a:rPr lang="tr-TR" sz="3200" b="1" dirty="0">
                <a:solidFill>
                  <a:srgbClr val="990033"/>
                </a:solidFill>
                <a:latin typeface="Buxton Sketch" panose="03080500000500000004" pitchFamily="66" charset="0"/>
              </a:rPr>
              <a:t>qj1u9b3</a:t>
            </a:r>
          </a:p>
          <a:p>
            <a:pPr marL="0" indent="0">
              <a:buNone/>
            </a:pPr>
            <a:r>
              <a:rPr lang="tr-TR" sz="3200" dirty="0">
                <a:latin typeface="Buxton Sketch" panose="03080500000500000004" pitchFamily="66" charset="0"/>
              </a:rPr>
              <a:t>II. Öğretim --&gt; </a:t>
            </a:r>
            <a:r>
              <a:rPr lang="tr-TR" sz="3200" b="1" dirty="0">
                <a:solidFill>
                  <a:srgbClr val="990033"/>
                </a:solidFill>
                <a:latin typeface="Buxton Sketch" panose="03080500000500000004" pitchFamily="66" charset="0"/>
              </a:rPr>
              <a:t>0hkjx0d</a:t>
            </a:r>
          </a:p>
          <a:p>
            <a:pPr marL="0" indent="0">
              <a:buNone/>
            </a:pPr>
            <a:endParaRPr lang="tr-TR" sz="3200" b="1" dirty="0">
              <a:solidFill>
                <a:srgbClr val="990033"/>
              </a:solidFill>
              <a:latin typeface="Buxton Sketch" panose="03080500000500000004" pitchFamily="66" charset="0"/>
            </a:endParaRPr>
          </a:p>
          <a:p>
            <a:pPr marL="0" indent="0">
              <a:buNone/>
            </a:pPr>
            <a:endParaRPr lang="tr-TR" sz="3200" dirty="0">
              <a:latin typeface="Buxton Sketch" panose="03080500000500000004" pitchFamily="66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3200" dirty="0">
              <a:latin typeface="Buxton Sketch" panose="030805000005000000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57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Ders İçeriği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63437" y="1173455"/>
            <a:ext cx="11433679" cy="5227347"/>
          </a:xfrm>
        </p:spPr>
        <p:txBody>
          <a:bodyPr>
            <a:normAutofit/>
          </a:bodyPr>
          <a:lstStyle/>
          <a:p>
            <a:r>
              <a:rPr lang="tr-TR" sz="3200" dirty="0"/>
              <a:t>Paralel Programlama nedir?</a:t>
            </a:r>
          </a:p>
          <a:p>
            <a:r>
              <a:rPr lang="tr-TR" sz="3200" dirty="0"/>
              <a:t>Neden paralel programlamaya ihtiyaç duyulur?</a:t>
            </a:r>
          </a:p>
          <a:p>
            <a:r>
              <a:rPr lang="tr-TR" sz="3200" dirty="0"/>
              <a:t>Paralel donanım mimarileri</a:t>
            </a:r>
          </a:p>
          <a:p>
            <a:r>
              <a:rPr lang="tr-TR" sz="3200" dirty="0"/>
              <a:t>Paralel yazılım geliştirme platformları</a:t>
            </a:r>
          </a:p>
          <a:p>
            <a:r>
              <a:rPr lang="tr-TR" sz="3200" dirty="0"/>
              <a:t>MPI (Message </a:t>
            </a:r>
            <a:r>
              <a:rPr lang="tr-TR" sz="3200" dirty="0" err="1"/>
              <a:t>Passing</a:t>
            </a:r>
            <a:r>
              <a:rPr lang="tr-TR" sz="3200" dirty="0"/>
              <a:t> </a:t>
            </a:r>
            <a:r>
              <a:rPr lang="tr-TR" sz="3200" dirty="0" err="1"/>
              <a:t>Interface</a:t>
            </a:r>
            <a:r>
              <a:rPr lang="tr-TR" sz="3200" dirty="0"/>
              <a:t>) - Kurulumu</a:t>
            </a:r>
          </a:p>
          <a:p>
            <a:r>
              <a:rPr lang="tr-TR" sz="3200" dirty="0"/>
              <a:t>MPI Uygulamaları</a:t>
            </a:r>
          </a:p>
          <a:p>
            <a:r>
              <a:rPr lang="tr-TR" sz="3200" dirty="0" err="1"/>
              <a:t>OpenMp</a:t>
            </a:r>
            <a:r>
              <a:rPr lang="tr-TR" sz="3200" dirty="0"/>
              <a:t> kütüphanesi</a:t>
            </a:r>
          </a:p>
        </p:txBody>
      </p:sp>
      <p:sp>
        <p:nvSpPr>
          <p:cNvPr id="4" name="İçerik Yer Tutucusu 2"/>
          <p:cNvSpPr txBox="1">
            <a:spLocks/>
          </p:cNvSpPr>
          <p:nvPr/>
        </p:nvSpPr>
        <p:spPr>
          <a:xfrm>
            <a:off x="5581291" y="1630653"/>
            <a:ext cx="6406951" cy="5227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Buxton Sketch" panose="03080500000500000004" pitchFamily="66" charset="0"/>
                <a:ea typeface="+mn-ea"/>
                <a:cs typeface="Segoe UI" panose="020B0502040204020203" pitchFamily="34" charset="0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Buxton Sketch" panose="03080500000500000004" pitchFamily="66" charset="0"/>
                <a:ea typeface="+mn-ea"/>
                <a:cs typeface="Segoe UI" panose="020B0502040204020203" pitchFamily="34" charset="0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Buxton Sketch" panose="03080500000500000004" pitchFamily="66" charset="0"/>
                <a:ea typeface="+mn-ea"/>
                <a:cs typeface="Segoe UI" panose="020B0502040204020203" pitchFamily="34" charset="0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114498" indent="-28574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rgbClr val="99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4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2F4FB6-FD5C-4A17-B3AD-F51C5B19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Kaynaklar ve Kullanılacak Platform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9645D95-C871-41E4-9EB2-83C9BBDF7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2846" y="1232547"/>
            <a:ext cx="7965299" cy="148623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tr-TR" dirty="0">
                <a:solidFill>
                  <a:srgbClr val="800000"/>
                </a:solidFill>
              </a:rPr>
              <a:t>Birincil kaynak</a:t>
            </a:r>
          </a:p>
          <a:p>
            <a:pPr marL="0" indent="0">
              <a:buNone/>
            </a:pPr>
            <a:r>
              <a:rPr lang="tr-TR" dirty="0"/>
              <a:t>An </a:t>
            </a:r>
            <a:r>
              <a:rPr lang="tr-TR" dirty="0" err="1"/>
              <a:t>Introduction</a:t>
            </a:r>
            <a:r>
              <a:rPr lang="tr-TR" dirty="0"/>
              <a:t> to </a:t>
            </a:r>
            <a:r>
              <a:rPr lang="tr-TR" dirty="0" err="1"/>
              <a:t>Parallel</a:t>
            </a:r>
            <a:r>
              <a:rPr lang="tr-TR" dirty="0"/>
              <a:t> Programming </a:t>
            </a:r>
            <a:r>
              <a:rPr lang="tr-TR" dirty="0" err="1"/>
              <a:t>by</a:t>
            </a:r>
            <a:r>
              <a:rPr lang="tr-TR" dirty="0"/>
              <a:t> Peter </a:t>
            </a:r>
            <a:r>
              <a:rPr lang="tr-TR" dirty="0" err="1"/>
              <a:t>Pacheco</a:t>
            </a:r>
            <a:endParaRPr lang="tr-TR" dirty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993B408-3618-46A2-926D-75CF753E5598}"/>
              </a:ext>
            </a:extLst>
          </p:cNvPr>
          <p:cNvSpPr/>
          <p:nvPr/>
        </p:nvSpPr>
        <p:spPr>
          <a:xfrm>
            <a:off x="4565299" y="2718778"/>
            <a:ext cx="6649040" cy="1787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endParaRPr lang="tr-TR" sz="2400" dirty="0">
              <a:latin typeface="Buxton Sketch" panose="03080500000500000004" pitchFamily="66" charset="0"/>
              <a:cs typeface="Segoe UI" panose="020B0502040204020203" pitchFamily="34" charset="0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886DAAD1-F403-9377-2169-EE51E5145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4" y="1232547"/>
            <a:ext cx="2980986" cy="3653169"/>
          </a:xfrm>
          <a:prstGeom prst="rect">
            <a:avLst/>
          </a:prstGeom>
        </p:spPr>
      </p:pic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86B58628-6255-8E74-D0D1-E64030B7E32F}"/>
              </a:ext>
            </a:extLst>
          </p:cNvPr>
          <p:cNvSpPr txBox="1">
            <a:spLocks/>
          </p:cNvSpPr>
          <p:nvPr/>
        </p:nvSpPr>
        <p:spPr>
          <a:xfrm>
            <a:off x="3442845" y="2326037"/>
            <a:ext cx="7965299" cy="148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Buxton Sketch" panose="03080500000500000004" pitchFamily="66" charset="0"/>
                <a:ea typeface="+mn-ea"/>
                <a:cs typeface="Segoe UI" panose="020B0502040204020203" pitchFamily="34" charset="0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Buxton Sketch" panose="03080500000500000004" pitchFamily="66" charset="0"/>
                <a:ea typeface="+mn-ea"/>
                <a:cs typeface="Segoe UI" panose="020B0502040204020203" pitchFamily="34" charset="0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Buxton Sketch" panose="03080500000500000004" pitchFamily="66" charset="0"/>
                <a:ea typeface="+mn-ea"/>
                <a:cs typeface="Segoe UI" panose="020B0502040204020203" pitchFamily="34" charset="0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114498" indent="-28574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tr-TR" dirty="0">
                <a:solidFill>
                  <a:srgbClr val="800000"/>
                </a:solidFill>
              </a:rPr>
              <a:t>İkincil kaynak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dirty="0"/>
              <a:t>Ders Notları</a:t>
            </a:r>
          </a:p>
        </p:txBody>
      </p:sp>
    </p:spTree>
    <p:extLst>
      <p:ext uri="{BB962C8B-B14F-4D97-AF65-F5344CB8AC3E}">
        <p14:creationId xmlns:p14="http://schemas.microsoft.com/office/powerpoint/2010/main" val="2315587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EA328A-73AF-0754-0954-57A3589D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400" dirty="0"/>
              <a:t>Ders Çıktısı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4B657C-55CE-C1E4-B4D0-F1E003F51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4000" dirty="0"/>
              <a:t>Büyük yazılım projelerinde çalışmak ve veri analizi yapmak isteyen geliştiricilerin mutlaka bilmesi gereken konulardan birisidir</a:t>
            </a:r>
          </a:p>
          <a:p>
            <a:r>
              <a:rPr lang="tr-TR" sz="4000" dirty="0"/>
              <a:t>İşe alım süreçlerinde tercih sebebi</a:t>
            </a:r>
          </a:p>
          <a:p>
            <a:r>
              <a:rPr lang="tr-TR" sz="4000" dirty="0"/>
              <a:t>Paralel programlama sürecinin nasıl olduğu konusunda fikir sahibi olmak </a:t>
            </a:r>
          </a:p>
        </p:txBody>
      </p:sp>
    </p:spTree>
    <p:extLst>
      <p:ext uri="{BB962C8B-B14F-4D97-AF65-F5344CB8AC3E}">
        <p14:creationId xmlns:p14="http://schemas.microsoft.com/office/powerpoint/2010/main" val="3991462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B65A62-0B47-4DC6-AC5C-41A9C60D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400" b="1"/>
              <a:t>Notlandırma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76EEB7E-B7B6-4DE3-B4A8-6E0338488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342900"/>
            <a:r>
              <a:rPr lang="tr-TR" sz="4400" dirty="0"/>
              <a:t>Vize Sınavı –&gt; %40 - Dönem Ödevi </a:t>
            </a:r>
          </a:p>
          <a:p>
            <a:pPr marL="800100" lvl="1" indent="-342900"/>
            <a:r>
              <a:rPr lang="tr-TR" sz="4400" dirty="0"/>
              <a:t>Final Sınavı –&gt; %60</a:t>
            </a:r>
            <a:endParaRPr lang="tr-TR" sz="4000" dirty="0"/>
          </a:p>
          <a:p>
            <a:pPr marL="457200" lvl="1" indent="0">
              <a:buNone/>
            </a:pPr>
            <a:endParaRPr lang="tr-TR" sz="4400" dirty="0"/>
          </a:p>
          <a:p>
            <a:pPr marL="800100" lvl="1" indent="-342900"/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2873414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BD5C1E-0C72-B710-F9CC-0866670C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A5FDA8F-AFA6-849D-C727-A4956773B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tr-TR" sz="4800" i="1" dirty="0"/>
          </a:p>
          <a:p>
            <a:pPr marL="0" indent="0">
              <a:buNone/>
            </a:pPr>
            <a:endParaRPr lang="tr-TR" sz="4800" i="1" dirty="0"/>
          </a:p>
          <a:p>
            <a:pPr marL="0" indent="0">
              <a:buNone/>
            </a:pPr>
            <a:endParaRPr lang="tr-TR" sz="4800" i="1" dirty="0"/>
          </a:p>
          <a:p>
            <a:pPr marL="0" indent="0">
              <a:buNone/>
            </a:pPr>
            <a:endParaRPr lang="tr-TR" sz="4800" i="1" dirty="0"/>
          </a:p>
          <a:p>
            <a:pPr marL="0" indent="0" algn="r">
              <a:buNone/>
            </a:pPr>
            <a:r>
              <a:rPr lang="tr-TR" sz="4800" i="1" dirty="0"/>
              <a:t>Sorular…</a:t>
            </a:r>
          </a:p>
        </p:txBody>
      </p:sp>
    </p:spTree>
    <p:extLst>
      <p:ext uri="{BB962C8B-B14F-4D97-AF65-F5344CB8AC3E}">
        <p14:creationId xmlns:p14="http://schemas.microsoft.com/office/powerpoint/2010/main" val="22661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10652</TotalTime>
  <Words>163</Words>
  <Application>Microsoft Office PowerPoint</Application>
  <PresentationFormat>Geniş ekran</PresentationFormat>
  <Paragraphs>44</Paragraphs>
  <Slides>7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5" baseType="lpstr">
      <vt:lpstr>Segoe UI</vt:lpstr>
      <vt:lpstr>Arial</vt:lpstr>
      <vt:lpstr>ISOCPEUR</vt:lpstr>
      <vt:lpstr>Calibri Light</vt:lpstr>
      <vt:lpstr>Wingdings</vt:lpstr>
      <vt:lpstr>Buxton Sketch</vt:lpstr>
      <vt:lpstr>Calibri</vt:lpstr>
      <vt:lpstr>Office Theme</vt:lpstr>
      <vt:lpstr>PowerPoint Sunusu</vt:lpstr>
      <vt:lpstr>Ders Detayları</vt:lpstr>
      <vt:lpstr>Ders İçeriği</vt:lpstr>
      <vt:lpstr>Kaynaklar ve Kullanılacak Platform</vt:lpstr>
      <vt:lpstr>Ders Çıktısı</vt:lpstr>
      <vt:lpstr>Notlandırma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Emre Yalçın</cp:lastModifiedBy>
  <cp:revision>379</cp:revision>
  <dcterms:created xsi:type="dcterms:W3CDTF">2014-08-07T11:12:53Z</dcterms:created>
  <dcterms:modified xsi:type="dcterms:W3CDTF">2024-02-08T07:38:12Z</dcterms:modified>
</cp:coreProperties>
</file>